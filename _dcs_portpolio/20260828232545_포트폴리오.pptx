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컨테이너 오케스트레이션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통합 관제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맑은 고딕"/>
              </a:rPr>
              <a:t>분산 컨테이너 인스턴스 관제 · 파일 릴레이 · 모니터링 · 알림 통합 — 설계부터 운영까지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3B8"/>
                </a:solidFill>
                <a:latin typeface="맑은 고딕"/>
              </a:rPr>
              <a:t>Backend / Infra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여러 서버에 흩어진 컨테이너를 통합 관리해야 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업무 컨테이너 인스턴스가 여러 물리 서버에 분산 배치되어, 서버별 SSH 접속 후 docker-compose up/down을 수동 실행 — 상태를 한눈에 파악할 방법이 없었음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인스턴스 간 파일 연동(발신/수신)이 필요했지만, 검증되지 않은 임시 스크립트에 의존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인프라 모니터링(CPU/메모리/컨테이너 상태)은 있었지만, 업무 지표(처리 건수 등)는 별도로 확인할 방법이 없었음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장애(컨테이너 다운) 발생 시 담당자가 화면을 계속 보고 있어야만 인지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Manager → Server → Agent 3계층 + 파일 릴레이 + 모니터링/알림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6400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관제 웹 콘솔
(Manager)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743200" cy="6400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중계 서버
(Server)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291840"/>
            <a:ext cx="17373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Host Agent 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291840"/>
            <a:ext cx="17373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Host Agent #2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91840"/>
            <a:ext cx="2377440" cy="5943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File Relay Sender
(각 인스턴스 sidecar)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114800"/>
            <a:ext cx="2377440" cy="6858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File Relay Receiver
(자체 TCP 프로토콜)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37160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cAdvisor / node_exporter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14884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Prometheus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92608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Grafana 대시보드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371600"/>
            <a:ext cx="1737360" cy="77724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개인 메신저
알림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01168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3040" y="297180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17520" y="297180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4592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6072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91840" y="1691640"/>
            <a:ext cx="1280160" cy="26974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91840" y="2423160"/>
            <a:ext cx="521208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06040" y="1600200"/>
            <a:ext cx="8275320" cy="7315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Manager는 어떤 물리서버에 어떤 인스턴스가 있는지 몰라도 됨 — Server가 라우팅을 담당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File Relay는 HTTP가 아닌 자체 TCP 바이너리 프로토콜로 구현 (대용량 스트리밍 + pull 방식 수신 지원)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Server가 상태를 주기적으로 폴링하며 up/down 전이를 감지해 알림 API 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실행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관제 콘솔 UI 실제 스크린샷 - ID/IP는 예시 값으로 치환</a:t>
            </a:r>
          </a:p>
        </p:txBody>
      </p:sp>
      <p:pic>
        <p:nvPicPr>
          <p:cNvPr id="6" name="Picture 5" descr="main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586" y="1417320"/>
            <a:ext cx="7142523" cy="4754880"/>
          </a:xfrm>
          <a:prstGeom prst="rect">
            <a:avLst/>
          </a:prstGeom>
          <a:ln w="12700">
            <a:solidFill>
              <a:srgbClr val="E0E0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※ 서버 IP/컨테이너 ID는 예시 값으로 치환했습니다. 실제 화면 레이아웃/컴포넌트는 그대로입니다.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핵심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81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가동/중지, 신규 등록, 삭제를 웹 UI에서 원클릭으로 처리 — 서버별 SSH 접속 불필요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915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인스턴스 확장 가능한 구조 설계 (Server가 DB 기반 라우팅 테이블로 물리 서버 위치 관리)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36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자체 TCP 프로토콜로 파일 릴레이 시스템을 처음부터 구현, 운영 실데이터 보호 로직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136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Prometheus/Grafana 인프라 모니터링에 업무 지표를 자연스럽게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908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상태 폴링 로직에 전이 감지를 추가해 장애 발생 시 개인 메신저로 즉시 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681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동기 블로킹 API를 비동기로 리팩터링해 UI 응답시간을 수십 초 → 0.2초로 단축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1 · JS 동적 폼에서만 발생하는 403 CSRF 오류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관리 화면 '실행' 버튼만 항상 403 발생 — 서버 렌더링 폼(삭제 버튼 등)은 정상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document.createElement('form')으로 즉석 생성한 폼에는 Spring Security가 자동으로 넣어주는 CSRF 히든 필드가 없었음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페이지에 이미 렌더링된 다른 폼에서 CSRF 토큰 값을 그대로 읽어와 동적 폼에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재현 안 될 때 테스트 도구 문제로 성급히 결론짓지 않고, 실사용자 환경 증거(접속 로그)로 재검증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2 · 컨테이너 기본 시간대(UTC)로 인한 9시간 오차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생성 파일의 타임스탬프가 실제 생성 시각과 정확히 9시간(UTC-KST)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컨테이너 베이스 이미지에 TZ 미설정 → LocalDateTime.now()가 UTC 기준으로 동작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ZoneId.of("Asia/Seoul")을 코드에 명시적으로 고정, 컨테이너 설정에 의존하지 않도록 변경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환경설정 의존 대신 비즈니스 로직에 필요한 시간대는 코드 레벨에서 명시적으로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3 · Prometheus 집계 함수 오류로 상태값 오표시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정상 실행 중인 컨테이너 상태가 '1(UP)'이 아니라 '2'로 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재시작 시 cAdvisor가 신/구 라벨 조합을 일시적으로 동시 노출 → count()가 라벨 조합 개수를 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존재 여부 확인 용도이므로 count 대신 group으로 변경 (라벨 카디널리티 변화에 안전)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'몇 개 있는지'가 아니라 '있는지 없는지'를 물을 땐 count보다 group이 안전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4 · 인프라 모니터링에 업무 지표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CPU/메모리/상태만 보여주던 대시보드에 '오늘 처리 건수'도 같이 보고 싶다는 요구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Prometheus/Grafana 표준 스택엔 업무 지표를 낼 방법이 기본으로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node_exporter textfile collector + cron 스크립트로 커스텀 지표 노출, PromQL 'and on(label)'로 유령 데이터(미존재 인스턴스) 필터링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'별도 시스템 필요'라 단정 말고 기존 스택의 확장 포인트를 먼저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5 · 재기동에도 살아남는 OAuth 토큰 생명주기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장애 알림용 메신저 API는 6시간 액세스 토큰 + 60일 리프레시 토큰(회전 가능)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단순 메모리 보관 시 재기동마다 재인증 필요, 토큰 회전을 놓치면 알림 영구 중단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액세스 토큰은 5시간 주기 자동 갱신, 리프레시 토큰은 회전 시마다 파일에 원자적으로 재저장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외부 API 토큰 생명주기는 '재기동돼도 동작하는가'까지 설계에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6 · 동기 블로킹 API를 비동기로 리팩터링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파일 N개를 M초 간격 생성하는 기능에서 (N-1)×M초 동안 브라우저가 그대로 멈춤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요청 스레드가 생성 루프의 Thread.sleep까지 전부 블로킹한 뒤 응답 — HTTP 체인 전체가 동기로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유효성 검증만 동기 처리 후 즉시 '접수됨' 응답, 실제 작업은 백그라운드 스레드풀에 위임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응답시간 수십 초 → 0.2초. '접수됨'과 '완료됨'을 화면에서도 명확히 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7 · 자체 TCP 프로토콜 기반 파일 릴레이 (제로베이스 설계)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인스턴스↔중앙서버 양방향 파일 릴레이, 대용량 스트리밍 + pull 방식 수신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HTTP로도 가능하나 가벼운 자체 프로토콜이 더 적합하다고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1바이트 opType + writeUTF/writeLong 프레이밍, .part 임시파일 후 원자적 rename, 서비스 최초 기동 시 기존 파일을 베이스라인으로 스냅샷해 영구 보호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운영 중인 실데이터에 새 자동화를 얹을 땐 최소 영향 원칙을 항상 먼저 고려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Java 8 / 21, Spring Boot 2.7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Spring MVC / Security / Data JPA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Thymeleaf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REST API (API Key 인증)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Raw TCP 소켓 프로그래밍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ExecutorService / @Scheduled 비동기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63040"/>
            <a:ext cx="356616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인프라 ·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1031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Docker / Docker Compose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사설 컨테이너 레지스트리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Linux(CentOS), systemd, cron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LVM/XFS, firewalld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MariaDB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56616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모니터링 ·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1031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Prometheus (PromQL)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Grafana (대시보드/API)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cAdvisor, node_exporter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OAuth2 스타일 토큰 연동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외부 메신저 알림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맑은 고딕"/>
              </a:rPr>
              <a:t>설계부터 운영/트러블슈팅까지 전 과정을 직접 수행한 경험을 담았습니다.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